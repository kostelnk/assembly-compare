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256" r:id="rId5"/>
    <p:sldId id="270" r:id="rId6"/>
    <p:sldId id="264" r:id="rId7"/>
    <p:sldId id="265" r:id="rId8"/>
    <p:sldId id="266" r:id="rId9"/>
    <p:sldId id="275" r:id="rId10"/>
    <p:sldId id="272" r:id="rId11"/>
    <p:sldId id="273" r:id="rId12"/>
    <p:sldId id="274" r:id="rId13"/>
    <p:sldId id="268" r:id="rId14"/>
    <p:sldId id="269" r:id="rId15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D88D6-A5A8-4470-A4FF-82756B7EC65E}" v="32" dt="2025-12-02T04:32:34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81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ejcek Michal" userId="9402c976-77a6-4d4c-8e7a-14f7f83bfae0" providerId="ADAL" clId="{8A84112A-CD9B-4A7E-B8FF-24C60C0AF8B0}"/>
    <pc:docChg chg="undo custSel addSld delSld modSld sldOrd">
      <pc:chgData name="Strejcek Michal" userId="9402c976-77a6-4d4c-8e7a-14f7f83bfae0" providerId="ADAL" clId="{8A84112A-CD9B-4A7E-B8FF-24C60C0AF8B0}" dt="2025-12-02T04:35:41.290" v="6321" actId="20577"/>
      <pc:docMkLst>
        <pc:docMk/>
      </pc:docMkLst>
      <pc:sldChg chg="modSp mod">
        <pc:chgData name="Strejcek Michal" userId="9402c976-77a6-4d4c-8e7a-14f7f83bfae0" providerId="ADAL" clId="{8A84112A-CD9B-4A7E-B8FF-24C60C0AF8B0}" dt="2025-12-02T00:55:07.490" v="69" actId="20577"/>
        <pc:sldMkLst>
          <pc:docMk/>
          <pc:sldMk cId="0" sldId="256"/>
        </pc:sldMkLst>
        <pc:spChg chg="mod">
          <ac:chgData name="Strejcek Michal" userId="9402c976-77a6-4d4c-8e7a-14f7f83bfae0" providerId="ADAL" clId="{8A84112A-CD9B-4A7E-B8FF-24C60C0AF8B0}" dt="2025-12-02T00:55:07.490" v="69" actId="20577"/>
          <ac:spMkLst>
            <pc:docMk/>
            <pc:sldMk cId="0" sldId="256"/>
            <ac:spMk id="91" creationId="{00000000-0000-0000-0000-000000000000}"/>
          </ac:spMkLst>
        </pc:sp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706680109" sldId="259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877074823" sldId="260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917874953" sldId="262"/>
        </pc:sldMkLst>
      </pc:sldChg>
      <pc:sldChg chg="delSp modSp add del mod">
        <pc:chgData name="Strejcek Michal" userId="9402c976-77a6-4d4c-8e7a-14f7f83bfae0" providerId="ADAL" clId="{8A84112A-CD9B-4A7E-B8FF-24C60C0AF8B0}" dt="2025-12-02T04:16:31.693" v="5652" actId="20577"/>
        <pc:sldMkLst>
          <pc:docMk/>
          <pc:sldMk cId="2504637305" sldId="264"/>
        </pc:sldMkLst>
        <pc:spChg chg="mod">
          <ac:chgData name="Strejcek Michal" userId="9402c976-77a6-4d4c-8e7a-14f7f83bfae0" providerId="ADAL" clId="{8A84112A-CD9B-4A7E-B8FF-24C60C0AF8B0}" dt="2025-12-02T03:50:41.719" v="4671" actId="20577"/>
          <ac:spMkLst>
            <pc:docMk/>
            <pc:sldMk cId="2504637305" sldId="264"/>
            <ac:spMk id="4" creationId="{A0F0A538-9172-E0E5-C66C-7607E6FFF151}"/>
          </ac:spMkLst>
        </pc:spChg>
        <pc:spChg chg="mod">
          <ac:chgData name="Strejcek Michal" userId="9402c976-77a6-4d4c-8e7a-14f7f83bfae0" providerId="ADAL" clId="{8A84112A-CD9B-4A7E-B8FF-24C60C0AF8B0}" dt="2025-12-02T04:16:31.693" v="5652" actId="20577"/>
          <ac:spMkLst>
            <pc:docMk/>
            <pc:sldMk cId="2504637305" sldId="264"/>
            <ac:spMk id="5" creationId="{FA6A4D7A-1648-0840-B3BE-84A11D8DC089}"/>
          </ac:spMkLst>
        </pc:spChg>
        <pc:picChg chg="del">
          <ac:chgData name="Strejcek Michal" userId="9402c976-77a6-4d4c-8e7a-14f7f83bfae0" providerId="ADAL" clId="{8A84112A-CD9B-4A7E-B8FF-24C60C0AF8B0}" dt="2025-12-02T00:55:11.206" v="70" actId="478"/>
          <ac:picMkLst>
            <pc:docMk/>
            <pc:sldMk cId="2504637305" sldId="264"/>
            <ac:picMk id="2050" creationId="{FD0494E4-5EB0-ACF5-BEEE-AFAC59838648}"/>
          </ac:picMkLst>
        </pc:picChg>
      </pc:sldChg>
      <pc:sldChg chg="modSp add mod ord">
        <pc:chgData name="Strejcek Michal" userId="9402c976-77a6-4d4c-8e7a-14f7f83bfae0" providerId="ADAL" clId="{8A84112A-CD9B-4A7E-B8FF-24C60C0AF8B0}" dt="2025-12-02T04:21:21.175" v="5879" actId="13926"/>
        <pc:sldMkLst>
          <pc:docMk/>
          <pc:sldMk cId="1875388801" sldId="265"/>
        </pc:sldMkLst>
        <pc:spChg chg="mod">
          <ac:chgData name="Strejcek Michal" userId="9402c976-77a6-4d4c-8e7a-14f7f83bfae0" providerId="ADAL" clId="{8A84112A-CD9B-4A7E-B8FF-24C60C0AF8B0}" dt="2025-12-02T03:57:25.172" v="4746" actId="20577"/>
          <ac:spMkLst>
            <pc:docMk/>
            <pc:sldMk cId="1875388801" sldId="265"/>
            <ac:spMk id="4" creationId="{87ED190D-BE63-2313-CC6F-388CB3EDF320}"/>
          </ac:spMkLst>
        </pc:spChg>
        <pc:spChg chg="mod">
          <ac:chgData name="Strejcek Michal" userId="9402c976-77a6-4d4c-8e7a-14f7f83bfae0" providerId="ADAL" clId="{8A84112A-CD9B-4A7E-B8FF-24C60C0AF8B0}" dt="2025-12-02T04:21:21.175" v="5879" actId="13926"/>
          <ac:spMkLst>
            <pc:docMk/>
            <pc:sldMk cId="1875388801" sldId="265"/>
            <ac:spMk id="5" creationId="{CB0D6CEA-9293-8DD3-93B8-7733288215E2}"/>
          </ac:spMkLst>
        </pc:sp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3072649057" sldId="265"/>
        </pc:sldMkLst>
      </pc:sldChg>
      <pc:sldChg chg="addSp delSp modSp add mod ord">
        <pc:chgData name="Strejcek Michal" userId="9402c976-77a6-4d4c-8e7a-14f7f83bfae0" providerId="ADAL" clId="{8A84112A-CD9B-4A7E-B8FF-24C60C0AF8B0}" dt="2025-12-02T04:32:19.723" v="6196" actId="1036"/>
        <pc:sldMkLst>
          <pc:docMk/>
          <pc:sldMk cId="2998361714" sldId="266"/>
        </pc:sldMkLst>
        <pc:spChg chg="add del mod ord">
          <ac:chgData name="Strejcek Michal" userId="9402c976-77a6-4d4c-8e7a-14f7f83bfae0" providerId="ADAL" clId="{8A84112A-CD9B-4A7E-B8FF-24C60C0AF8B0}" dt="2025-12-02T01:20:09.092" v="1696" actId="478"/>
          <ac:spMkLst>
            <pc:docMk/>
            <pc:sldMk cId="2998361714" sldId="266"/>
            <ac:spMk id="2" creationId="{05D56D6C-DBF9-657A-C8E7-A2E2C7F9A016}"/>
          </ac:spMkLst>
        </pc:spChg>
        <pc:spChg chg="add del mod">
          <ac:chgData name="Strejcek Michal" userId="9402c976-77a6-4d4c-8e7a-14f7f83bfae0" providerId="ADAL" clId="{8A84112A-CD9B-4A7E-B8FF-24C60C0AF8B0}" dt="2025-12-02T01:21:14.876" v="1708" actId="478"/>
          <ac:spMkLst>
            <pc:docMk/>
            <pc:sldMk cId="2998361714" sldId="266"/>
            <ac:spMk id="3" creationId="{19A0FACC-192F-A463-C4D9-F5F00D6CAECC}"/>
          </ac:spMkLst>
        </pc:spChg>
        <pc:spChg chg="mod">
          <ac:chgData name="Strejcek Michal" userId="9402c976-77a6-4d4c-8e7a-14f7f83bfae0" providerId="ADAL" clId="{8A84112A-CD9B-4A7E-B8FF-24C60C0AF8B0}" dt="2025-12-02T03:57:33.167" v="4763" actId="20577"/>
          <ac:spMkLst>
            <pc:docMk/>
            <pc:sldMk cId="2998361714" sldId="266"/>
            <ac:spMk id="4" creationId="{23E322C2-57BA-8EFB-303E-3405C7E25BFD}"/>
          </ac:spMkLst>
        </pc:spChg>
        <pc:spChg chg="mod">
          <ac:chgData name="Strejcek Michal" userId="9402c976-77a6-4d4c-8e7a-14f7f83bfae0" providerId="ADAL" clId="{8A84112A-CD9B-4A7E-B8FF-24C60C0AF8B0}" dt="2025-12-02T04:31:53.085" v="6160" actId="21"/>
          <ac:spMkLst>
            <pc:docMk/>
            <pc:sldMk cId="2998361714" sldId="266"/>
            <ac:spMk id="5" creationId="{59021043-8DC5-569B-ECD6-61701B6B3C2A}"/>
          </ac:spMkLst>
        </pc:spChg>
        <pc:spChg chg="add mod">
          <ac:chgData name="Strejcek Michal" userId="9402c976-77a6-4d4c-8e7a-14f7f83bfae0" providerId="ADAL" clId="{8A84112A-CD9B-4A7E-B8FF-24C60C0AF8B0}" dt="2025-12-02T04:32:19.723" v="6196" actId="1036"/>
          <ac:spMkLst>
            <pc:docMk/>
            <pc:sldMk cId="2998361714" sldId="266"/>
            <ac:spMk id="8" creationId="{E680FC76-2141-B1C7-1333-A0AE5C17C60D}"/>
          </ac:spMkLst>
        </pc:spChg>
        <pc:spChg chg="add mod">
          <ac:chgData name="Strejcek Michal" userId="9402c976-77a6-4d4c-8e7a-14f7f83bfae0" providerId="ADAL" clId="{8A84112A-CD9B-4A7E-B8FF-24C60C0AF8B0}" dt="2025-12-02T04:32:19.723" v="6196" actId="1036"/>
          <ac:spMkLst>
            <pc:docMk/>
            <pc:sldMk cId="2998361714" sldId="266"/>
            <ac:spMk id="12" creationId="{FA418CA5-0F86-CA67-76BD-C425D566EC10}"/>
          </ac:spMkLst>
        </pc:spChg>
        <pc:spChg chg="add mod">
          <ac:chgData name="Strejcek Michal" userId="9402c976-77a6-4d4c-8e7a-14f7f83bfae0" providerId="ADAL" clId="{8A84112A-CD9B-4A7E-B8FF-24C60C0AF8B0}" dt="2025-12-02T04:32:19.723" v="6196" actId="1036"/>
          <ac:spMkLst>
            <pc:docMk/>
            <pc:sldMk cId="2998361714" sldId="266"/>
            <ac:spMk id="14" creationId="{300812D1-136B-6FDC-043F-F141DE086C02}"/>
          </ac:spMkLst>
        </pc:spChg>
        <pc:spChg chg="add mod">
          <ac:chgData name="Strejcek Michal" userId="9402c976-77a6-4d4c-8e7a-14f7f83bfae0" providerId="ADAL" clId="{8A84112A-CD9B-4A7E-B8FF-24C60C0AF8B0}" dt="2025-12-02T04:32:19.723" v="6196" actId="1036"/>
          <ac:spMkLst>
            <pc:docMk/>
            <pc:sldMk cId="2998361714" sldId="266"/>
            <ac:spMk id="17" creationId="{C84D391A-3107-75D7-DBBC-98D2E3CE76D7}"/>
          </ac:spMkLst>
        </pc:spChg>
        <pc:spChg chg="add del mod">
          <ac:chgData name="Strejcek Michal" userId="9402c976-77a6-4d4c-8e7a-14f7f83bfae0" providerId="ADAL" clId="{8A84112A-CD9B-4A7E-B8FF-24C60C0AF8B0}" dt="2025-12-02T01:26:26.940" v="1874"/>
          <ac:spMkLst>
            <pc:docMk/>
            <pc:sldMk cId="2998361714" sldId="266"/>
            <ac:spMk id="19" creationId="{DF69FDF4-EDF7-9DCE-7E00-C6F1A948E8C6}"/>
          </ac:spMkLst>
        </pc:spChg>
        <pc:cxnChg chg="add mod">
          <ac:chgData name="Strejcek Michal" userId="9402c976-77a6-4d4c-8e7a-14f7f83bfae0" providerId="ADAL" clId="{8A84112A-CD9B-4A7E-B8FF-24C60C0AF8B0}" dt="2025-12-02T04:32:06.640" v="6176" actId="1035"/>
          <ac:cxnSpMkLst>
            <pc:docMk/>
            <pc:sldMk cId="2998361714" sldId="266"/>
            <ac:cxnSpMk id="7" creationId="{D445C332-C83B-6138-930F-9BEF0C22980E}"/>
          </ac:cxnSpMkLst>
        </pc:cxnChg>
        <pc:cxnChg chg="add mod">
          <ac:chgData name="Strejcek Michal" userId="9402c976-77a6-4d4c-8e7a-14f7f83bfae0" providerId="ADAL" clId="{8A84112A-CD9B-4A7E-B8FF-24C60C0AF8B0}" dt="2025-12-02T04:32:06.640" v="6176" actId="1035"/>
          <ac:cxnSpMkLst>
            <pc:docMk/>
            <pc:sldMk cId="2998361714" sldId="266"/>
            <ac:cxnSpMk id="10" creationId="{B0693C97-0442-AD9D-DFCC-84FE1C47BF89}"/>
          </ac:cxnSpMkLst>
        </pc:cxnChg>
        <pc:cxnChg chg="add mod">
          <ac:chgData name="Strejcek Michal" userId="9402c976-77a6-4d4c-8e7a-14f7f83bfae0" providerId="ADAL" clId="{8A84112A-CD9B-4A7E-B8FF-24C60C0AF8B0}" dt="2025-12-02T04:32:06.640" v="6176" actId="1035"/>
          <ac:cxnSpMkLst>
            <pc:docMk/>
            <pc:sldMk cId="2998361714" sldId="266"/>
            <ac:cxnSpMk id="13" creationId="{EE964C68-1401-DCCC-E701-6E3C16460BBD}"/>
          </ac:cxnSpMkLst>
        </pc:cxnChg>
        <pc:cxnChg chg="add mod">
          <ac:chgData name="Strejcek Michal" userId="9402c976-77a6-4d4c-8e7a-14f7f83bfae0" providerId="ADAL" clId="{8A84112A-CD9B-4A7E-B8FF-24C60C0AF8B0}" dt="2025-12-02T04:32:06.640" v="6176" actId="1035"/>
          <ac:cxnSpMkLst>
            <pc:docMk/>
            <pc:sldMk cId="2998361714" sldId="266"/>
            <ac:cxnSpMk id="16" creationId="{4358E60B-BB2C-6777-7C02-13DD9B4B9F5C}"/>
          </ac:cxnSpMkLst>
        </pc:cxnChg>
        <pc:cxnChg chg="add del mod">
          <ac:chgData name="Strejcek Michal" userId="9402c976-77a6-4d4c-8e7a-14f7f83bfae0" providerId="ADAL" clId="{8A84112A-CD9B-4A7E-B8FF-24C60C0AF8B0}" dt="2025-12-02T01:26:26.940" v="1872" actId="478"/>
          <ac:cxnSpMkLst>
            <pc:docMk/>
            <pc:sldMk cId="2998361714" sldId="266"/>
            <ac:cxnSpMk id="18" creationId="{E68FCEE3-0189-ADF4-1D05-75718591FCF9}"/>
          </ac:cxnSpMkLst>
        </pc:cxn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3652822276" sldId="266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1192809866" sldId="267"/>
        </pc:sldMkLst>
      </pc:sldChg>
      <pc:sldChg chg="delSp modSp add del mod ord">
        <pc:chgData name="Strejcek Michal" userId="9402c976-77a6-4d4c-8e7a-14f7f83bfae0" providerId="ADAL" clId="{8A84112A-CD9B-4A7E-B8FF-24C60C0AF8B0}" dt="2025-12-02T03:59:41.542" v="4855" actId="2696"/>
        <pc:sldMkLst>
          <pc:docMk/>
          <pc:sldMk cId="2630897094" sldId="267"/>
        </pc:sldMkLst>
        <pc:spChg chg="mod">
          <ac:chgData name="Strejcek Michal" userId="9402c976-77a6-4d4c-8e7a-14f7f83bfae0" providerId="ADAL" clId="{8A84112A-CD9B-4A7E-B8FF-24C60C0AF8B0}" dt="2025-12-02T03:56:17.040" v="4723" actId="20577"/>
          <ac:spMkLst>
            <pc:docMk/>
            <pc:sldMk cId="2630897094" sldId="267"/>
            <ac:spMk id="4" creationId="{489CF82D-79EC-A75B-E1B9-F512F28B8FB9}"/>
          </ac:spMkLst>
        </pc:spChg>
        <pc:spChg chg="mod">
          <ac:chgData name="Strejcek Michal" userId="9402c976-77a6-4d4c-8e7a-14f7f83bfae0" providerId="ADAL" clId="{8A84112A-CD9B-4A7E-B8FF-24C60C0AF8B0}" dt="2025-12-02T03:56:31.887" v="4731" actId="20577"/>
          <ac:spMkLst>
            <pc:docMk/>
            <pc:sldMk cId="2630897094" sldId="267"/>
            <ac:spMk id="5" creationId="{8FA53F56-F01E-4446-3E26-088364F4715A}"/>
          </ac:spMkLst>
        </pc:spChg>
        <pc:spChg chg="del">
          <ac:chgData name="Strejcek Michal" userId="9402c976-77a6-4d4c-8e7a-14f7f83bfae0" providerId="ADAL" clId="{8A84112A-CD9B-4A7E-B8FF-24C60C0AF8B0}" dt="2025-12-02T01:30:12.980" v="1916" actId="478"/>
          <ac:spMkLst>
            <pc:docMk/>
            <pc:sldMk cId="2630897094" sldId="267"/>
            <ac:spMk id="8" creationId="{5BBFA7FD-EBE6-78EB-645E-4704F63F18BF}"/>
          </ac:spMkLst>
        </pc:spChg>
        <pc:spChg chg="del">
          <ac:chgData name="Strejcek Michal" userId="9402c976-77a6-4d4c-8e7a-14f7f83bfae0" providerId="ADAL" clId="{8A84112A-CD9B-4A7E-B8FF-24C60C0AF8B0}" dt="2025-12-02T01:30:12.980" v="1916" actId="478"/>
          <ac:spMkLst>
            <pc:docMk/>
            <pc:sldMk cId="2630897094" sldId="267"/>
            <ac:spMk id="12" creationId="{711B7858-A459-EF91-3654-45E9A563C42D}"/>
          </ac:spMkLst>
        </pc:spChg>
        <pc:spChg chg="del">
          <ac:chgData name="Strejcek Michal" userId="9402c976-77a6-4d4c-8e7a-14f7f83bfae0" providerId="ADAL" clId="{8A84112A-CD9B-4A7E-B8FF-24C60C0AF8B0}" dt="2025-12-02T01:30:12.980" v="1916" actId="478"/>
          <ac:spMkLst>
            <pc:docMk/>
            <pc:sldMk cId="2630897094" sldId="267"/>
            <ac:spMk id="14" creationId="{D92A3585-A884-3D65-796B-61C99790B0AE}"/>
          </ac:spMkLst>
        </pc:spChg>
        <pc:spChg chg="del">
          <ac:chgData name="Strejcek Michal" userId="9402c976-77a6-4d4c-8e7a-14f7f83bfae0" providerId="ADAL" clId="{8A84112A-CD9B-4A7E-B8FF-24C60C0AF8B0}" dt="2025-12-02T01:30:12.980" v="1916" actId="478"/>
          <ac:spMkLst>
            <pc:docMk/>
            <pc:sldMk cId="2630897094" sldId="267"/>
            <ac:spMk id="17" creationId="{CBC1E6C5-C627-3365-C44D-43A2F77370A3}"/>
          </ac:spMkLst>
        </pc:spChg>
        <pc:cxnChg chg="del">
          <ac:chgData name="Strejcek Michal" userId="9402c976-77a6-4d4c-8e7a-14f7f83bfae0" providerId="ADAL" clId="{8A84112A-CD9B-4A7E-B8FF-24C60C0AF8B0}" dt="2025-12-02T01:30:12.980" v="1916" actId="478"/>
          <ac:cxnSpMkLst>
            <pc:docMk/>
            <pc:sldMk cId="2630897094" sldId="267"/>
            <ac:cxnSpMk id="7" creationId="{111C2F53-3E2E-D576-4D14-1997510EF117}"/>
          </ac:cxnSpMkLst>
        </pc:cxnChg>
        <pc:cxnChg chg="del">
          <ac:chgData name="Strejcek Michal" userId="9402c976-77a6-4d4c-8e7a-14f7f83bfae0" providerId="ADAL" clId="{8A84112A-CD9B-4A7E-B8FF-24C60C0AF8B0}" dt="2025-12-02T01:30:12.980" v="1916" actId="478"/>
          <ac:cxnSpMkLst>
            <pc:docMk/>
            <pc:sldMk cId="2630897094" sldId="267"/>
            <ac:cxnSpMk id="10" creationId="{EF0D6144-0739-C241-12A3-6479CCEDB90E}"/>
          </ac:cxnSpMkLst>
        </pc:cxnChg>
        <pc:cxnChg chg="del">
          <ac:chgData name="Strejcek Michal" userId="9402c976-77a6-4d4c-8e7a-14f7f83bfae0" providerId="ADAL" clId="{8A84112A-CD9B-4A7E-B8FF-24C60C0AF8B0}" dt="2025-12-02T01:30:12.980" v="1916" actId="478"/>
          <ac:cxnSpMkLst>
            <pc:docMk/>
            <pc:sldMk cId="2630897094" sldId="267"/>
            <ac:cxnSpMk id="13" creationId="{7F4091B5-297F-7340-8D12-462D55591BB4}"/>
          </ac:cxnSpMkLst>
        </pc:cxnChg>
        <pc:cxnChg chg="del">
          <ac:chgData name="Strejcek Michal" userId="9402c976-77a6-4d4c-8e7a-14f7f83bfae0" providerId="ADAL" clId="{8A84112A-CD9B-4A7E-B8FF-24C60C0AF8B0}" dt="2025-12-02T01:30:12.980" v="1916" actId="478"/>
          <ac:cxnSpMkLst>
            <pc:docMk/>
            <pc:sldMk cId="2630897094" sldId="267"/>
            <ac:cxnSpMk id="16" creationId="{CC1BC99F-7528-3575-6DDF-C8B1396939F2}"/>
          </ac:cxnSpMkLst>
        </pc:cxnChg>
      </pc:sldChg>
      <pc:sldChg chg="modSp add mod">
        <pc:chgData name="Strejcek Michal" userId="9402c976-77a6-4d4c-8e7a-14f7f83bfae0" providerId="ADAL" clId="{8A84112A-CD9B-4A7E-B8FF-24C60C0AF8B0}" dt="2025-12-02T04:28:43.247" v="6050" actId="21"/>
        <pc:sldMkLst>
          <pc:docMk/>
          <pc:sldMk cId="679686491" sldId="268"/>
        </pc:sldMkLst>
        <pc:spChg chg="mod">
          <ac:chgData name="Strejcek Michal" userId="9402c976-77a6-4d4c-8e7a-14f7f83bfae0" providerId="ADAL" clId="{8A84112A-CD9B-4A7E-B8FF-24C60C0AF8B0}" dt="2025-12-02T04:27:32.354" v="5985" actId="20577"/>
          <ac:spMkLst>
            <pc:docMk/>
            <pc:sldMk cId="679686491" sldId="268"/>
            <ac:spMk id="4" creationId="{93E05A07-196C-7D59-ECE9-201451118F0E}"/>
          </ac:spMkLst>
        </pc:spChg>
        <pc:spChg chg="mod">
          <ac:chgData name="Strejcek Michal" userId="9402c976-77a6-4d4c-8e7a-14f7f83bfae0" providerId="ADAL" clId="{8A84112A-CD9B-4A7E-B8FF-24C60C0AF8B0}" dt="2025-12-02T04:28:43.247" v="6050" actId="21"/>
          <ac:spMkLst>
            <pc:docMk/>
            <pc:sldMk cId="679686491" sldId="268"/>
            <ac:spMk id="5" creationId="{80CB1E5D-D0DE-DD47-EC52-58000ED5ECBE}"/>
          </ac:spMkLst>
        </pc:sp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3321506705" sldId="268"/>
        </pc:sldMkLst>
      </pc:sldChg>
      <pc:sldChg chg="delSp modSp add mod">
        <pc:chgData name="Strejcek Michal" userId="9402c976-77a6-4d4c-8e7a-14f7f83bfae0" providerId="ADAL" clId="{8A84112A-CD9B-4A7E-B8FF-24C60C0AF8B0}" dt="2025-12-02T03:23:46.511" v="4511" actId="20577"/>
        <pc:sldMkLst>
          <pc:docMk/>
          <pc:sldMk cId="3864266221" sldId="269"/>
        </pc:sldMkLst>
        <pc:spChg chg="mod">
          <ac:chgData name="Strejcek Michal" userId="9402c976-77a6-4d4c-8e7a-14f7f83bfae0" providerId="ADAL" clId="{8A84112A-CD9B-4A7E-B8FF-24C60C0AF8B0}" dt="2025-12-02T03:19:13.100" v="4226" actId="5793"/>
          <ac:spMkLst>
            <pc:docMk/>
            <pc:sldMk cId="3864266221" sldId="269"/>
            <ac:spMk id="4" creationId="{3D4A7C10-1AD4-947F-524A-C53BC1E02334}"/>
          </ac:spMkLst>
        </pc:spChg>
        <pc:spChg chg="mod">
          <ac:chgData name="Strejcek Michal" userId="9402c976-77a6-4d4c-8e7a-14f7f83bfae0" providerId="ADAL" clId="{8A84112A-CD9B-4A7E-B8FF-24C60C0AF8B0}" dt="2025-12-02T03:23:46.511" v="4511" actId="20577"/>
          <ac:spMkLst>
            <pc:docMk/>
            <pc:sldMk cId="3864266221" sldId="269"/>
            <ac:spMk id="5" creationId="{1E1D27F9-D0E5-4163-0E14-A22849D1BCC7}"/>
          </ac:spMkLst>
        </pc:spChg>
        <pc:spChg chg="del">
          <ac:chgData name="Strejcek Michal" userId="9402c976-77a6-4d4c-8e7a-14f7f83bfae0" providerId="ADAL" clId="{8A84112A-CD9B-4A7E-B8FF-24C60C0AF8B0}" dt="2025-12-02T03:19:20.007" v="4228" actId="478"/>
          <ac:spMkLst>
            <pc:docMk/>
            <pc:sldMk cId="3864266221" sldId="269"/>
            <ac:spMk id="8" creationId="{4FCB2313-A127-956F-B7C9-644DC54EC990}"/>
          </ac:spMkLst>
        </pc:spChg>
        <pc:spChg chg="del">
          <ac:chgData name="Strejcek Michal" userId="9402c976-77a6-4d4c-8e7a-14f7f83bfae0" providerId="ADAL" clId="{8A84112A-CD9B-4A7E-B8FF-24C60C0AF8B0}" dt="2025-12-02T03:19:20.007" v="4228" actId="478"/>
          <ac:spMkLst>
            <pc:docMk/>
            <pc:sldMk cId="3864266221" sldId="269"/>
            <ac:spMk id="12" creationId="{4899143C-1AD3-C55B-F785-D23F6A2D6D7A}"/>
          </ac:spMkLst>
        </pc:spChg>
        <pc:spChg chg="del">
          <ac:chgData name="Strejcek Michal" userId="9402c976-77a6-4d4c-8e7a-14f7f83bfae0" providerId="ADAL" clId="{8A84112A-CD9B-4A7E-B8FF-24C60C0AF8B0}" dt="2025-12-02T03:19:20.007" v="4228" actId="478"/>
          <ac:spMkLst>
            <pc:docMk/>
            <pc:sldMk cId="3864266221" sldId="269"/>
            <ac:spMk id="14" creationId="{9BC5352A-BC51-C9B5-7534-BCD5B4549847}"/>
          </ac:spMkLst>
        </pc:spChg>
        <pc:spChg chg="del">
          <ac:chgData name="Strejcek Michal" userId="9402c976-77a6-4d4c-8e7a-14f7f83bfae0" providerId="ADAL" clId="{8A84112A-CD9B-4A7E-B8FF-24C60C0AF8B0}" dt="2025-12-02T03:19:20.007" v="4228" actId="478"/>
          <ac:spMkLst>
            <pc:docMk/>
            <pc:sldMk cId="3864266221" sldId="269"/>
            <ac:spMk id="17" creationId="{008EF217-988A-64D9-C7B3-66F5DB65440D}"/>
          </ac:spMkLst>
        </pc:spChg>
        <pc:cxnChg chg="del">
          <ac:chgData name="Strejcek Michal" userId="9402c976-77a6-4d4c-8e7a-14f7f83bfae0" providerId="ADAL" clId="{8A84112A-CD9B-4A7E-B8FF-24C60C0AF8B0}" dt="2025-12-02T03:19:20.007" v="4228" actId="478"/>
          <ac:cxnSpMkLst>
            <pc:docMk/>
            <pc:sldMk cId="3864266221" sldId="269"/>
            <ac:cxnSpMk id="7" creationId="{561C622E-509C-1569-911B-A856D034E927}"/>
          </ac:cxnSpMkLst>
        </pc:cxnChg>
        <pc:cxnChg chg="del">
          <ac:chgData name="Strejcek Michal" userId="9402c976-77a6-4d4c-8e7a-14f7f83bfae0" providerId="ADAL" clId="{8A84112A-CD9B-4A7E-B8FF-24C60C0AF8B0}" dt="2025-12-02T03:19:20.007" v="4228" actId="478"/>
          <ac:cxnSpMkLst>
            <pc:docMk/>
            <pc:sldMk cId="3864266221" sldId="269"/>
            <ac:cxnSpMk id="10" creationId="{8FD64D5B-FCFC-F9B1-11D4-5D4C78A0E5A2}"/>
          </ac:cxnSpMkLst>
        </pc:cxnChg>
        <pc:cxnChg chg="del">
          <ac:chgData name="Strejcek Michal" userId="9402c976-77a6-4d4c-8e7a-14f7f83bfae0" providerId="ADAL" clId="{8A84112A-CD9B-4A7E-B8FF-24C60C0AF8B0}" dt="2025-12-02T03:19:20.007" v="4228" actId="478"/>
          <ac:cxnSpMkLst>
            <pc:docMk/>
            <pc:sldMk cId="3864266221" sldId="269"/>
            <ac:cxnSpMk id="13" creationId="{91AAB9C1-1FA5-9BF4-8E9F-38147EEAC8C0}"/>
          </ac:cxnSpMkLst>
        </pc:cxnChg>
        <pc:cxnChg chg="del">
          <ac:chgData name="Strejcek Michal" userId="9402c976-77a6-4d4c-8e7a-14f7f83bfae0" providerId="ADAL" clId="{8A84112A-CD9B-4A7E-B8FF-24C60C0AF8B0}" dt="2025-12-02T03:19:20.007" v="4228" actId="478"/>
          <ac:cxnSpMkLst>
            <pc:docMk/>
            <pc:sldMk cId="3864266221" sldId="269"/>
            <ac:cxnSpMk id="16" creationId="{482C0944-B6C6-8236-305E-9BB222294E10}"/>
          </ac:cxnSpMkLst>
        </pc:cxn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1932146851" sldId="270"/>
        </pc:sldMkLst>
      </pc:sldChg>
      <pc:sldChg chg="modSp add mod ord">
        <pc:chgData name="Strejcek Michal" userId="9402c976-77a6-4d4c-8e7a-14f7f83bfae0" providerId="ADAL" clId="{8A84112A-CD9B-4A7E-B8FF-24C60C0AF8B0}" dt="2025-12-02T03:53:30.904" v="4685"/>
        <pc:sldMkLst>
          <pc:docMk/>
          <pc:sldMk cId="3975362969" sldId="270"/>
        </pc:sldMkLst>
        <pc:spChg chg="mod">
          <ac:chgData name="Strejcek Michal" userId="9402c976-77a6-4d4c-8e7a-14f7f83bfae0" providerId="ADAL" clId="{8A84112A-CD9B-4A7E-B8FF-24C60C0AF8B0}" dt="2025-12-02T03:53:19.485" v="4683" actId="948"/>
          <ac:spMkLst>
            <pc:docMk/>
            <pc:sldMk cId="3975362969" sldId="270"/>
            <ac:spMk id="5" creationId="{B13EBBB4-0942-D7DC-D5BF-8D22DE25D9FD}"/>
          </ac:spMkLst>
        </pc:spChg>
      </pc:sldChg>
      <pc:sldChg chg="addSp delSp modSp add del mod chgLayout">
        <pc:chgData name="Strejcek Michal" userId="9402c976-77a6-4d4c-8e7a-14f7f83bfae0" providerId="ADAL" clId="{8A84112A-CD9B-4A7E-B8FF-24C60C0AF8B0}" dt="2025-12-02T04:05:31.738" v="4940" actId="47"/>
        <pc:sldMkLst>
          <pc:docMk/>
          <pc:sldMk cId="2658999253" sldId="271"/>
        </pc:sldMkLst>
        <pc:spChg chg="add del mod">
          <ac:chgData name="Strejcek Michal" userId="9402c976-77a6-4d4c-8e7a-14f7f83bfae0" providerId="ADAL" clId="{8A84112A-CD9B-4A7E-B8FF-24C60C0AF8B0}" dt="2025-12-02T04:04:38.837" v="4892" actId="6264"/>
          <ac:spMkLst>
            <pc:docMk/>
            <pc:sldMk cId="2658999253" sldId="271"/>
            <ac:spMk id="2" creationId="{03B4D710-CD45-778C-612B-BEA452F63402}"/>
          </ac:spMkLst>
        </pc:spChg>
        <pc:spChg chg="add del mod">
          <ac:chgData name="Strejcek Michal" userId="9402c976-77a6-4d4c-8e7a-14f7f83bfae0" providerId="ADAL" clId="{8A84112A-CD9B-4A7E-B8FF-24C60C0AF8B0}" dt="2025-12-02T04:04:38.837" v="4892" actId="6264"/>
          <ac:spMkLst>
            <pc:docMk/>
            <pc:sldMk cId="2658999253" sldId="271"/>
            <ac:spMk id="3" creationId="{1CD29BED-69EA-17B7-8824-77DF7B58EABD}"/>
          </ac:spMkLst>
        </pc:spChg>
        <pc:spChg chg="mod ord">
          <ac:chgData name="Strejcek Michal" userId="9402c976-77a6-4d4c-8e7a-14f7f83bfae0" providerId="ADAL" clId="{8A84112A-CD9B-4A7E-B8FF-24C60C0AF8B0}" dt="2025-12-02T04:04:47.428" v="4894" actId="6264"/>
          <ac:spMkLst>
            <pc:docMk/>
            <pc:sldMk cId="2658999253" sldId="271"/>
            <ac:spMk id="4" creationId="{5DE122CB-CAED-C9D1-3999-AB610EF50E00}"/>
          </ac:spMkLst>
        </pc:spChg>
        <pc:spChg chg="mod">
          <ac:chgData name="Strejcek Michal" userId="9402c976-77a6-4d4c-8e7a-14f7f83bfae0" providerId="ADAL" clId="{8A84112A-CD9B-4A7E-B8FF-24C60C0AF8B0}" dt="2025-12-02T04:04:47.428" v="4894" actId="6264"/>
          <ac:spMkLst>
            <pc:docMk/>
            <pc:sldMk cId="2658999253" sldId="271"/>
            <ac:spMk id="5" creationId="{E375DDAF-168A-239E-E739-9187AC707760}"/>
          </ac:spMkLst>
        </pc:spChg>
        <pc:spChg chg="add del mod">
          <ac:chgData name="Strejcek Michal" userId="9402c976-77a6-4d4c-8e7a-14f7f83bfae0" providerId="ADAL" clId="{8A84112A-CD9B-4A7E-B8FF-24C60C0AF8B0}" dt="2025-12-02T04:04:47.428" v="4894" actId="6264"/>
          <ac:spMkLst>
            <pc:docMk/>
            <pc:sldMk cId="2658999253" sldId="271"/>
            <ac:spMk id="6" creationId="{5E9FBE40-0A25-3431-AF74-A79A69859A47}"/>
          </ac:spMkLst>
        </pc:spChg>
        <pc:spChg chg="del">
          <ac:chgData name="Strejcek Michal" userId="9402c976-77a6-4d4c-8e7a-14f7f83bfae0" providerId="ADAL" clId="{8A84112A-CD9B-4A7E-B8FF-24C60C0AF8B0}" dt="2025-12-02T04:04:35.031" v="4891" actId="478"/>
          <ac:spMkLst>
            <pc:docMk/>
            <pc:sldMk cId="2658999253" sldId="271"/>
            <ac:spMk id="8" creationId="{67C51688-4BA1-01C1-6710-B30EB26DF509}"/>
          </ac:spMkLst>
        </pc:spChg>
        <pc:spChg chg="add del mod">
          <ac:chgData name="Strejcek Michal" userId="9402c976-77a6-4d4c-8e7a-14f7f83bfae0" providerId="ADAL" clId="{8A84112A-CD9B-4A7E-B8FF-24C60C0AF8B0}" dt="2025-12-02T04:04:47.428" v="4894" actId="6264"/>
          <ac:spMkLst>
            <pc:docMk/>
            <pc:sldMk cId="2658999253" sldId="271"/>
            <ac:spMk id="9" creationId="{D850140C-2BF3-9740-7CD3-79C28E8A7E89}"/>
          </ac:spMkLst>
        </pc:spChg>
        <pc:spChg chg="del">
          <ac:chgData name="Strejcek Michal" userId="9402c976-77a6-4d4c-8e7a-14f7f83bfae0" providerId="ADAL" clId="{8A84112A-CD9B-4A7E-B8FF-24C60C0AF8B0}" dt="2025-12-02T04:04:35.031" v="4891" actId="478"/>
          <ac:spMkLst>
            <pc:docMk/>
            <pc:sldMk cId="2658999253" sldId="271"/>
            <ac:spMk id="12" creationId="{8D91C194-F2BA-CB94-BEE2-84C8600B5198}"/>
          </ac:spMkLst>
        </pc:spChg>
        <pc:spChg chg="del">
          <ac:chgData name="Strejcek Michal" userId="9402c976-77a6-4d4c-8e7a-14f7f83bfae0" providerId="ADAL" clId="{8A84112A-CD9B-4A7E-B8FF-24C60C0AF8B0}" dt="2025-12-02T04:04:35.031" v="4891" actId="478"/>
          <ac:spMkLst>
            <pc:docMk/>
            <pc:sldMk cId="2658999253" sldId="271"/>
            <ac:spMk id="14" creationId="{333F9623-E0A1-AA75-B75A-6922B8FAD5F1}"/>
          </ac:spMkLst>
        </pc:spChg>
        <pc:spChg chg="del">
          <ac:chgData name="Strejcek Michal" userId="9402c976-77a6-4d4c-8e7a-14f7f83bfae0" providerId="ADAL" clId="{8A84112A-CD9B-4A7E-B8FF-24C60C0AF8B0}" dt="2025-12-02T04:04:35.031" v="4891" actId="478"/>
          <ac:spMkLst>
            <pc:docMk/>
            <pc:sldMk cId="2658999253" sldId="271"/>
            <ac:spMk id="17" creationId="{4EF7DED7-9450-2D96-C3AA-AD49BF09E306}"/>
          </ac:spMkLst>
        </pc:spChg>
        <pc:cxnChg chg="del">
          <ac:chgData name="Strejcek Michal" userId="9402c976-77a6-4d4c-8e7a-14f7f83bfae0" providerId="ADAL" clId="{8A84112A-CD9B-4A7E-B8FF-24C60C0AF8B0}" dt="2025-12-02T04:04:35.031" v="4891" actId="478"/>
          <ac:cxnSpMkLst>
            <pc:docMk/>
            <pc:sldMk cId="2658999253" sldId="271"/>
            <ac:cxnSpMk id="7" creationId="{B8B869DC-8AB2-A368-11D4-7FB1E4A8F757}"/>
          </ac:cxnSpMkLst>
        </pc:cxnChg>
        <pc:cxnChg chg="del">
          <ac:chgData name="Strejcek Michal" userId="9402c976-77a6-4d4c-8e7a-14f7f83bfae0" providerId="ADAL" clId="{8A84112A-CD9B-4A7E-B8FF-24C60C0AF8B0}" dt="2025-12-02T04:04:35.031" v="4891" actId="478"/>
          <ac:cxnSpMkLst>
            <pc:docMk/>
            <pc:sldMk cId="2658999253" sldId="271"/>
            <ac:cxnSpMk id="10" creationId="{57F59FC0-F00F-7F83-C448-5BA277EA548B}"/>
          </ac:cxnSpMkLst>
        </pc:cxnChg>
        <pc:cxnChg chg="del">
          <ac:chgData name="Strejcek Michal" userId="9402c976-77a6-4d4c-8e7a-14f7f83bfae0" providerId="ADAL" clId="{8A84112A-CD9B-4A7E-B8FF-24C60C0AF8B0}" dt="2025-12-02T04:04:35.031" v="4891" actId="478"/>
          <ac:cxnSpMkLst>
            <pc:docMk/>
            <pc:sldMk cId="2658999253" sldId="271"/>
            <ac:cxnSpMk id="13" creationId="{50A39EDA-8B99-CB03-67AF-9385409659A5}"/>
          </ac:cxnSpMkLst>
        </pc:cxnChg>
        <pc:cxnChg chg="del">
          <ac:chgData name="Strejcek Michal" userId="9402c976-77a6-4d4c-8e7a-14f7f83bfae0" providerId="ADAL" clId="{8A84112A-CD9B-4A7E-B8FF-24C60C0AF8B0}" dt="2025-12-02T04:04:35.031" v="4891" actId="478"/>
          <ac:cxnSpMkLst>
            <pc:docMk/>
            <pc:sldMk cId="2658999253" sldId="271"/>
            <ac:cxnSpMk id="16" creationId="{1DF7EC40-98A2-D2B8-AB18-CAF4C37FFCD4}"/>
          </ac:cxnSpMkLst>
        </pc:cxn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3828117568" sldId="271"/>
        </pc:sldMkLst>
      </pc:sldChg>
      <pc:sldChg chg="modSp add mod ord">
        <pc:chgData name="Strejcek Michal" userId="9402c976-77a6-4d4c-8e7a-14f7f83bfae0" providerId="ADAL" clId="{8A84112A-CD9B-4A7E-B8FF-24C60C0AF8B0}" dt="2025-12-02T04:29:52.383" v="6101"/>
        <pc:sldMkLst>
          <pc:docMk/>
          <pc:sldMk cId="1275795176" sldId="272"/>
        </pc:sldMkLst>
        <pc:spChg chg="mod">
          <ac:chgData name="Strejcek Michal" userId="9402c976-77a6-4d4c-8e7a-14f7f83bfae0" providerId="ADAL" clId="{8A84112A-CD9B-4A7E-B8FF-24C60C0AF8B0}" dt="2025-12-02T04:05:07.629" v="4909" actId="20577"/>
          <ac:spMkLst>
            <pc:docMk/>
            <pc:sldMk cId="1275795176" sldId="272"/>
            <ac:spMk id="4" creationId="{013BE3AB-BC28-73E0-EFF8-DF6F6D355F97}"/>
          </ac:spMkLst>
        </pc:spChg>
        <pc:spChg chg="mod">
          <ac:chgData name="Strejcek Michal" userId="9402c976-77a6-4d4c-8e7a-14f7f83bfae0" providerId="ADAL" clId="{8A84112A-CD9B-4A7E-B8FF-24C60C0AF8B0}" dt="2025-12-02T04:29:52.383" v="6101"/>
          <ac:spMkLst>
            <pc:docMk/>
            <pc:sldMk cId="1275795176" sldId="272"/>
            <ac:spMk id="5" creationId="{E93B5979-0590-FF2D-4180-8E1CDF3354B5}"/>
          </ac:spMkLst>
        </pc:sp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4186004957" sldId="272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1218949916" sldId="273"/>
        </pc:sldMkLst>
      </pc:sldChg>
      <pc:sldChg chg="modSp add mod">
        <pc:chgData name="Strejcek Michal" userId="9402c976-77a6-4d4c-8e7a-14f7f83bfae0" providerId="ADAL" clId="{8A84112A-CD9B-4A7E-B8FF-24C60C0AF8B0}" dt="2025-12-02T04:10:49.467" v="5422" actId="20577"/>
        <pc:sldMkLst>
          <pc:docMk/>
          <pc:sldMk cId="1372804095" sldId="273"/>
        </pc:sldMkLst>
        <pc:spChg chg="mod">
          <ac:chgData name="Strejcek Michal" userId="9402c976-77a6-4d4c-8e7a-14f7f83bfae0" providerId="ADAL" clId="{8A84112A-CD9B-4A7E-B8FF-24C60C0AF8B0}" dt="2025-12-02T04:05:37.352" v="4946" actId="20577"/>
          <ac:spMkLst>
            <pc:docMk/>
            <pc:sldMk cId="1372804095" sldId="273"/>
            <ac:spMk id="4" creationId="{88311738-D32E-947B-7675-153CDF9D984E}"/>
          </ac:spMkLst>
        </pc:spChg>
        <pc:spChg chg="mod">
          <ac:chgData name="Strejcek Michal" userId="9402c976-77a6-4d4c-8e7a-14f7f83bfae0" providerId="ADAL" clId="{8A84112A-CD9B-4A7E-B8FF-24C60C0AF8B0}" dt="2025-12-02T04:10:49.467" v="5422" actId="20577"/>
          <ac:spMkLst>
            <pc:docMk/>
            <pc:sldMk cId="1372804095" sldId="273"/>
            <ac:spMk id="5" creationId="{B3450954-E735-1CAD-CB9A-A2849721F831}"/>
          </ac:spMkLst>
        </pc:spChg>
      </pc:sldChg>
      <pc:sldChg chg="modSp add mod ord">
        <pc:chgData name="Strejcek Michal" userId="9402c976-77a6-4d4c-8e7a-14f7f83bfae0" providerId="ADAL" clId="{8A84112A-CD9B-4A7E-B8FF-24C60C0AF8B0}" dt="2025-12-02T04:27:46.207" v="5992" actId="20577"/>
        <pc:sldMkLst>
          <pc:docMk/>
          <pc:sldMk cId="336909342" sldId="274"/>
        </pc:sldMkLst>
        <pc:spChg chg="mod">
          <ac:chgData name="Strejcek Michal" userId="9402c976-77a6-4d4c-8e7a-14f7f83bfae0" providerId="ADAL" clId="{8A84112A-CD9B-4A7E-B8FF-24C60C0AF8B0}" dt="2025-12-02T04:27:46.207" v="5992" actId="20577"/>
          <ac:spMkLst>
            <pc:docMk/>
            <pc:sldMk cId="336909342" sldId="274"/>
            <ac:spMk id="4" creationId="{28CEDE44-03A5-9597-0685-3D4712680D1E}"/>
          </ac:spMkLst>
        </pc:spChg>
        <pc:spChg chg="mod">
          <ac:chgData name="Strejcek Michal" userId="9402c976-77a6-4d4c-8e7a-14f7f83bfae0" providerId="ADAL" clId="{8A84112A-CD9B-4A7E-B8FF-24C60C0AF8B0}" dt="2025-12-02T04:26:00.096" v="5971" actId="20577"/>
          <ac:spMkLst>
            <pc:docMk/>
            <pc:sldMk cId="336909342" sldId="274"/>
            <ac:spMk id="5" creationId="{0BC74170-D5C9-BA92-E1D4-04B679D1AD4A}"/>
          </ac:spMkLst>
        </pc:sp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2865875832" sldId="274"/>
        </pc:sldMkLst>
      </pc:sldChg>
      <pc:sldChg chg="modSp add del mod">
        <pc:chgData name="Strejcek Michal" userId="9402c976-77a6-4d4c-8e7a-14f7f83bfae0" providerId="ADAL" clId="{8A84112A-CD9B-4A7E-B8FF-24C60C0AF8B0}" dt="2025-12-02T04:20:58.991" v="5874" actId="2696"/>
        <pc:sldMkLst>
          <pc:docMk/>
          <pc:sldMk cId="3748479701" sldId="274"/>
        </pc:sldMkLst>
        <pc:spChg chg="mod">
          <ac:chgData name="Strejcek Michal" userId="9402c976-77a6-4d4c-8e7a-14f7f83bfae0" providerId="ADAL" clId="{8A84112A-CD9B-4A7E-B8FF-24C60C0AF8B0}" dt="2025-12-02T04:19:54.731" v="5759" actId="20577"/>
          <ac:spMkLst>
            <pc:docMk/>
            <pc:sldMk cId="3748479701" sldId="274"/>
            <ac:spMk id="5" creationId="{8ED75DA6-513C-2974-C4B6-E813E997C04B}"/>
          </ac:spMkLst>
        </pc:sp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1860238954" sldId="275"/>
        </pc:sldMkLst>
      </pc:sldChg>
      <pc:sldChg chg="delSp modSp add mod">
        <pc:chgData name="Strejcek Michal" userId="9402c976-77a6-4d4c-8e7a-14f7f83bfae0" providerId="ADAL" clId="{8A84112A-CD9B-4A7E-B8FF-24C60C0AF8B0}" dt="2025-12-02T04:35:41.290" v="6321" actId="20577"/>
        <pc:sldMkLst>
          <pc:docMk/>
          <pc:sldMk cId="2555468367" sldId="275"/>
        </pc:sldMkLst>
        <pc:spChg chg="mod">
          <ac:chgData name="Strejcek Michal" userId="9402c976-77a6-4d4c-8e7a-14f7f83bfae0" providerId="ADAL" clId="{8A84112A-CD9B-4A7E-B8FF-24C60C0AF8B0}" dt="2025-12-02T04:35:41.290" v="6321" actId="20577"/>
          <ac:spMkLst>
            <pc:docMk/>
            <pc:sldMk cId="2555468367" sldId="275"/>
            <ac:spMk id="5" creationId="{85C64D15-98F2-6A7D-C65D-EC005789EA00}"/>
          </ac:spMkLst>
        </pc:spChg>
        <pc:spChg chg="del">
          <ac:chgData name="Strejcek Michal" userId="9402c976-77a6-4d4c-8e7a-14f7f83bfae0" providerId="ADAL" clId="{8A84112A-CD9B-4A7E-B8FF-24C60C0AF8B0}" dt="2025-12-02T04:32:31.133" v="6198" actId="478"/>
          <ac:spMkLst>
            <pc:docMk/>
            <pc:sldMk cId="2555468367" sldId="275"/>
            <ac:spMk id="8" creationId="{A4598A8B-F8FD-4657-AACB-CCDC5445F7CC}"/>
          </ac:spMkLst>
        </pc:spChg>
        <pc:spChg chg="del">
          <ac:chgData name="Strejcek Michal" userId="9402c976-77a6-4d4c-8e7a-14f7f83bfae0" providerId="ADAL" clId="{8A84112A-CD9B-4A7E-B8FF-24C60C0AF8B0}" dt="2025-12-02T04:32:31.133" v="6198" actId="478"/>
          <ac:spMkLst>
            <pc:docMk/>
            <pc:sldMk cId="2555468367" sldId="275"/>
            <ac:spMk id="12" creationId="{1BE6457B-A4AF-C53C-4999-CCAC4552C217}"/>
          </ac:spMkLst>
        </pc:spChg>
        <pc:spChg chg="del">
          <ac:chgData name="Strejcek Michal" userId="9402c976-77a6-4d4c-8e7a-14f7f83bfae0" providerId="ADAL" clId="{8A84112A-CD9B-4A7E-B8FF-24C60C0AF8B0}" dt="2025-12-02T04:32:31.133" v="6198" actId="478"/>
          <ac:spMkLst>
            <pc:docMk/>
            <pc:sldMk cId="2555468367" sldId="275"/>
            <ac:spMk id="14" creationId="{11199801-7800-F77C-1F0C-5CB20124EEB8}"/>
          </ac:spMkLst>
        </pc:spChg>
        <pc:spChg chg="del">
          <ac:chgData name="Strejcek Michal" userId="9402c976-77a6-4d4c-8e7a-14f7f83bfae0" providerId="ADAL" clId="{8A84112A-CD9B-4A7E-B8FF-24C60C0AF8B0}" dt="2025-12-02T04:32:31.133" v="6198" actId="478"/>
          <ac:spMkLst>
            <pc:docMk/>
            <pc:sldMk cId="2555468367" sldId="275"/>
            <ac:spMk id="17" creationId="{E599134A-5BEE-DD3E-495C-E6B96FB1A27A}"/>
          </ac:spMkLst>
        </pc:spChg>
        <pc:cxnChg chg="del">
          <ac:chgData name="Strejcek Michal" userId="9402c976-77a6-4d4c-8e7a-14f7f83bfae0" providerId="ADAL" clId="{8A84112A-CD9B-4A7E-B8FF-24C60C0AF8B0}" dt="2025-12-02T04:32:31.133" v="6198" actId="478"/>
          <ac:cxnSpMkLst>
            <pc:docMk/>
            <pc:sldMk cId="2555468367" sldId="275"/>
            <ac:cxnSpMk id="7" creationId="{1B2D8240-9EA4-7673-E7FD-91173B88EEFC}"/>
          </ac:cxnSpMkLst>
        </pc:cxnChg>
        <pc:cxnChg chg="del">
          <ac:chgData name="Strejcek Michal" userId="9402c976-77a6-4d4c-8e7a-14f7f83bfae0" providerId="ADAL" clId="{8A84112A-CD9B-4A7E-B8FF-24C60C0AF8B0}" dt="2025-12-02T04:32:31.133" v="6198" actId="478"/>
          <ac:cxnSpMkLst>
            <pc:docMk/>
            <pc:sldMk cId="2555468367" sldId="275"/>
            <ac:cxnSpMk id="10" creationId="{72862604-E4BF-72B3-4E66-19AFD228F3FC}"/>
          </ac:cxnSpMkLst>
        </pc:cxnChg>
        <pc:cxnChg chg="del">
          <ac:chgData name="Strejcek Michal" userId="9402c976-77a6-4d4c-8e7a-14f7f83bfae0" providerId="ADAL" clId="{8A84112A-CD9B-4A7E-B8FF-24C60C0AF8B0}" dt="2025-12-02T04:32:31.133" v="6198" actId="478"/>
          <ac:cxnSpMkLst>
            <pc:docMk/>
            <pc:sldMk cId="2555468367" sldId="275"/>
            <ac:cxnSpMk id="13" creationId="{ADEC51C5-C168-3D4F-B428-191A71AE3435}"/>
          </ac:cxnSpMkLst>
        </pc:cxnChg>
        <pc:cxnChg chg="del">
          <ac:chgData name="Strejcek Michal" userId="9402c976-77a6-4d4c-8e7a-14f7f83bfae0" providerId="ADAL" clId="{8A84112A-CD9B-4A7E-B8FF-24C60C0AF8B0}" dt="2025-12-02T04:32:31.133" v="6198" actId="478"/>
          <ac:cxnSpMkLst>
            <pc:docMk/>
            <pc:sldMk cId="2555468367" sldId="275"/>
            <ac:cxnSpMk id="16" creationId="{A2EA19E6-6905-0BF9-9492-86A5CA6608CC}"/>
          </ac:cxnSpMkLst>
        </pc:cxnChg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4105596398" sldId="276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519324085" sldId="278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2774783540" sldId="279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2270857508" sldId="280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3847099696" sldId="281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61228446" sldId="282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1520125468" sldId="284"/>
        </pc:sldMkLst>
      </pc:sldChg>
      <pc:sldChg chg="del">
        <pc:chgData name="Strejcek Michal" userId="9402c976-77a6-4d4c-8e7a-14f7f83bfae0" providerId="ADAL" clId="{8A84112A-CD9B-4A7E-B8FF-24C60C0AF8B0}" dt="2025-12-02T01:02:03.480" v="843" actId="47"/>
        <pc:sldMkLst>
          <pc:docMk/>
          <pc:sldMk cId="1098451481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1A4E8-759D-4511-9D88-C030072A304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FDE1E-8F6A-40A4-AE98-A3D5D5C69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1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algn="ctr">
              <a:buNone/>
            </a:pPr>
            <a:endParaRPr lang="cs-CZ" sz="3300" b="0" strike="noStrike" spc="-1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Aft>
                <a:spcPts val="1060"/>
              </a:spcAft>
              <a:buNone/>
            </a:pPr>
            <a:endParaRPr lang="cs-CZ" sz="2400" b="0" strike="noStrike" spc="-1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FE33141-EECE-4ECD-87A8-283BD372828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algn="l">
              <a:defRPr sz="4000"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indent="0" algn="ctr">
              <a:buNone/>
            </a:pPr>
            <a:endParaRPr lang="cs-CZ" sz="3300" b="0" strike="noStrike" spc="-1" dirty="0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defRPr sz="240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indent="0" algn="ctr">
              <a:buNone/>
            </a:pPr>
            <a:endParaRPr lang="cs-CZ" sz="3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01234BC-9123-4D82-82FB-38CA6539862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algn="ctr">
              <a:buNone/>
            </a:pPr>
            <a:r>
              <a:rPr lang="cs-CZ" sz="3300" b="0" strike="noStrike" spc="-1" dirty="0" err="1">
                <a:solidFill>
                  <a:srgbClr val="050505"/>
                </a:solidFill>
                <a:latin typeface="Times New Roman"/>
              </a:rPr>
              <a:t>Click</a:t>
            </a:r>
            <a:r>
              <a:rPr lang="cs-CZ" sz="3300" b="0" strike="noStrike" spc="-1" dirty="0">
                <a:solidFill>
                  <a:srgbClr val="050505"/>
                </a:solidFill>
                <a:latin typeface="Times New Roman"/>
              </a:rPr>
              <a:t> to </a:t>
            </a:r>
            <a:r>
              <a:rPr lang="cs-CZ" sz="3300" b="0" strike="noStrike" spc="-1" dirty="0" err="1">
                <a:solidFill>
                  <a:srgbClr val="050505"/>
                </a:solidFill>
                <a:latin typeface="Times New Roman"/>
              </a:rPr>
              <a:t>edit</a:t>
            </a:r>
            <a:r>
              <a:rPr lang="cs-CZ" sz="3300" b="0" strike="noStrike" spc="-1" dirty="0">
                <a:solidFill>
                  <a:srgbClr val="050505"/>
                </a:solidFill>
                <a:latin typeface="Times New Roman"/>
              </a:rPr>
              <a:t> </a:t>
            </a:r>
            <a:r>
              <a:rPr lang="cs-CZ" sz="3300" b="0" strike="noStrike" spc="-1" dirty="0" err="1">
                <a:solidFill>
                  <a:srgbClr val="050505"/>
                </a:solidFill>
                <a:latin typeface="Times New Roman"/>
              </a:rPr>
              <a:t>the</a:t>
            </a:r>
            <a:r>
              <a:rPr lang="cs-CZ" sz="3300" b="0" strike="noStrike" spc="-1" dirty="0">
                <a:solidFill>
                  <a:srgbClr val="050505"/>
                </a:solidFill>
                <a:latin typeface="Times New Roman"/>
              </a:rPr>
              <a:t> </a:t>
            </a:r>
            <a:r>
              <a:rPr lang="cs-CZ" sz="3300" b="0" strike="noStrike" spc="-1" dirty="0" err="1">
                <a:solidFill>
                  <a:srgbClr val="050505"/>
                </a:solidFill>
                <a:latin typeface="Times New Roman"/>
              </a:rPr>
              <a:t>title</a:t>
            </a:r>
            <a:r>
              <a:rPr lang="cs-CZ" sz="3300" b="0" strike="noStrike" spc="-1" dirty="0">
                <a:solidFill>
                  <a:srgbClr val="050505"/>
                </a:solidFill>
                <a:latin typeface="Times New Roman"/>
              </a:rPr>
              <a:t> text </a:t>
            </a:r>
            <a:r>
              <a:rPr lang="cs-CZ" sz="3300" b="0" strike="noStrike" spc="-1" dirty="0" err="1">
                <a:solidFill>
                  <a:srgbClr val="050505"/>
                </a:solidFill>
                <a:latin typeface="Times New Roman"/>
              </a:rPr>
              <a:t>format</a:t>
            </a:r>
            <a:endParaRPr lang="cs-CZ" sz="3300" b="0" strike="noStrike" spc="-1" dirty="0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cs-CZ" sz="2400" b="0" strike="noStrike" spc="-1">
                <a:solidFill>
                  <a:srgbClr val="050505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cs-CZ" sz="2100" b="0" strike="noStrike" spc="-1">
                <a:solidFill>
                  <a:srgbClr val="050505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cs-CZ" sz="1800" b="0" strike="noStrike" spc="-1">
                <a:solidFill>
                  <a:srgbClr val="050505"/>
                </a:solidFill>
                <a:latin typeface="Arial"/>
              </a:rPr>
              <a:t>Third Outline Level</a:t>
            </a: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cs-CZ" sz="1500" b="0" strike="noStrike" spc="-1">
                <a:solidFill>
                  <a:srgbClr val="050505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cs-CZ" sz="1500" b="0" strike="noStrike" spc="-1">
                <a:solidFill>
                  <a:srgbClr val="050505"/>
                </a:solidFill>
                <a:latin typeface="Arial"/>
              </a:rPr>
              <a:t>Fifth Outline Level</a:t>
            </a: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cs-CZ" sz="1500" b="0" strike="noStrike" spc="-1">
                <a:solidFill>
                  <a:srgbClr val="050505"/>
                </a:solidFill>
                <a:latin typeface="Arial"/>
              </a:rPr>
              <a:t>Sixth Outline Level</a:t>
            </a: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cs-CZ" sz="1500" b="0" strike="noStrike" spc="-1">
                <a:solidFill>
                  <a:srgbClr val="050505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cs-CZ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Arial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cs-CZ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Arial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cs-CZ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BA5DE273-D553-46C2-8AE8-97483B729E3E}" type="slidenum">
              <a:rPr lang="cs-CZ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cs-CZ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" name="Connector: Elbow 4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Connector: Elbow 7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Connector: Elbow 10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Connector: Elbow 13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Connector: Elbow 16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Connector: Elbow 19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Connector: Elbow 22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Connector: Elbow 25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Connector: Elbow 28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Connector: Elbow 31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Connector: Elbow 34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Connector: Elbow 37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Connector: Elbow 40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Connector: Elbow 43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Connector: Elbow 46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Connector: Elbow 49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Connector: Elbow 52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Connector: Elbow 55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Connector: Elbow 58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Connector: Elbow 61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Connector: Elbow 64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Connector: Elbow 67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Connector: Elbow 70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Connector: Elbow 73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Connector: Elbow 76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Connector: Elbow 79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Connector: Elbow 82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Oval 6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Oval 20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23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Oval 26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Oval 29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Oval 32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Oval 50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Oval 53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Oval 56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Oval 59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Oval 62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Oval 81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Oval 84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Oval 5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Oval 21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val 24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Oval 27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Oval 30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Oval 33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Oval 51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Oval 54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Oval 57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Oval 60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Oval 63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Oval 80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Oval 83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cs-CZ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tencil" panose="040409050D0802020404" pitchFamily="82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1620000" y="1373715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0" strike="noStrike" spc="-1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Bioinformatics Data Processing</a:t>
            </a: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spc="-1" dirty="0">
                <a:solidFill>
                  <a:srgbClr val="000000"/>
                </a:solidFill>
                <a:latin typeface="Calibri" panose="020F0502020204030204" pitchFamily="34" charset="0"/>
              </a:rPr>
              <a:t>Final assignment</a:t>
            </a:r>
            <a:endParaRPr lang="en-US" sz="3200" b="0" strike="noStrike" spc="-1" noProof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6538-CA79-1116-AAD0-CBF1E7836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736FA9-9B6A-FBBA-A9E0-12CF878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13EBBB4-0942-D7DC-D5BF-8D22DE25D9F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034416"/>
            <a:ext cx="8100000" cy="4420134"/>
          </a:xfrm>
        </p:spPr>
        <p:txBody>
          <a:bodyPr wrap="square" anchor="t">
            <a:no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are given results from two metagenomic assemblers, </a:t>
            </a:r>
            <a:r>
              <a:rPr lang="en-US" sz="2000" b="1" dirty="0" err="1"/>
              <a:t>metaMDBG</a:t>
            </a:r>
            <a:r>
              <a:rPr lang="en-US" sz="2000" dirty="0"/>
              <a:t> and </a:t>
            </a:r>
            <a:r>
              <a:rPr lang="en-US" sz="2000" b="1" dirty="0" err="1"/>
              <a:t>myloasm</a:t>
            </a:r>
            <a:r>
              <a:rPr lang="en-US" sz="2000" dirty="0"/>
              <a:t>, applied to nanopore sequencing data from a hot spring microbial community.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Your goal is to </a:t>
            </a:r>
            <a:r>
              <a:rPr lang="en-US" sz="2000" b="1" dirty="0"/>
              <a:t>compare the performance of both assemblers</a:t>
            </a:r>
            <a:r>
              <a:rPr lang="en-US" sz="2000" dirty="0"/>
              <a:t> using only the text-based metadata available from:</a:t>
            </a:r>
          </a:p>
          <a:p>
            <a:pPr marL="80645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Contig FASTA headers</a:t>
            </a:r>
            <a:endParaRPr lang="en-US" sz="1800" dirty="0"/>
          </a:p>
          <a:p>
            <a:pPr marL="80645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CheckM2</a:t>
            </a:r>
            <a:r>
              <a:rPr lang="en-US" sz="1800" dirty="0"/>
              <a:t> (genome completeness &amp; contamination)</a:t>
            </a:r>
          </a:p>
          <a:p>
            <a:pPr marL="80645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 err="1"/>
              <a:t>GTDBtk</a:t>
            </a:r>
            <a:r>
              <a:rPr lang="en-US" sz="1800" dirty="0"/>
              <a:t> (taxonomy assignment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536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904A-CBC2-A0B0-96F8-AC380942E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0A538-9172-E0E5-C66C-7607E6FF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6A4D7A-1648-0840-B3BE-84A11D8DC08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034416"/>
            <a:ext cx="8100000" cy="4420134"/>
          </a:xfrm>
        </p:spPr>
        <p:txBody>
          <a:bodyPr wrap="square" anchor="t">
            <a:no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will perform all data processing, visualization, and summarization </a:t>
            </a:r>
            <a:r>
              <a:rPr lang="en-US" sz="2000" b="1" strike="sngStrike" dirty="0"/>
              <a:t>entirely in R and the </a:t>
            </a:r>
            <a:r>
              <a:rPr lang="en-US" sz="2000" b="1" strike="sngStrike" dirty="0" err="1"/>
              <a:t>tidyverse</a:t>
            </a:r>
            <a:r>
              <a:rPr lang="en-US" sz="2000" strike="sngStrike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will produce:</a:t>
            </a:r>
          </a:p>
          <a:p>
            <a:pPr marL="80645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A </a:t>
            </a:r>
            <a:r>
              <a:rPr lang="en-US" sz="1800" b="1" strike="sngStrike" dirty="0"/>
              <a:t>Quarto</a:t>
            </a:r>
            <a:r>
              <a:rPr lang="en-US" sz="1800" b="1" dirty="0"/>
              <a:t> report</a:t>
            </a:r>
            <a:r>
              <a:rPr lang="en-US" sz="1800" dirty="0"/>
              <a:t> documenting your entire workflow</a:t>
            </a:r>
          </a:p>
          <a:p>
            <a:pPr marL="80645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A </a:t>
            </a:r>
            <a:r>
              <a:rPr lang="en-US" sz="1800" b="1" dirty="0"/>
              <a:t>GitHub repository</a:t>
            </a:r>
            <a:r>
              <a:rPr lang="en-US" sz="1800" dirty="0"/>
              <a:t> containing your, code, analysis, and figures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 command-line assembly, polishing, or mapping steps are required</a:t>
            </a:r>
          </a:p>
        </p:txBody>
      </p:sp>
    </p:spTree>
    <p:extLst>
      <p:ext uri="{BB962C8B-B14F-4D97-AF65-F5344CB8AC3E}">
        <p14:creationId xmlns:p14="http://schemas.microsoft.com/office/powerpoint/2010/main" val="250463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B0F01-BEAC-172A-E80C-78C3EC5C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ED190D-BE63-2313-CC6F-388CB3EDF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data provided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B0D6CEA-9293-8DD3-93B8-7733288215E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379466"/>
            <a:ext cx="8100000" cy="3871145"/>
          </a:xfrm>
        </p:spPr>
        <p:txBody>
          <a:bodyPr wrap="square" anchor="t">
            <a:no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analyses were run on </a:t>
            </a:r>
            <a:r>
              <a:rPr lang="en-US" sz="2000" dirty="0" err="1">
                <a:latin typeface="+mn-lt"/>
              </a:rPr>
              <a:t>MetaCentrum</a:t>
            </a:r>
            <a:r>
              <a:rPr lang="en-US" sz="2000" dirty="0">
                <a:latin typeface="+mn-lt"/>
              </a:rPr>
              <a:t> grid and the resulting files are located at: 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</a:rPr>
              <a:t>/storage/praha1/home/strejcem/results</a:t>
            </a:r>
            <a:r>
              <a:rPr lang="en-US" sz="2000" dirty="0">
                <a:latin typeface="Consolas" panose="020B0609020204030204" pitchFamily="49" charset="0"/>
              </a:rPr>
              <a:t>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Both assemblers output the contig statistics into their FASTA header. The headers were extracted using:</a:t>
            </a:r>
          </a:p>
          <a:p>
            <a:pPr algn="just">
              <a:spcAft>
                <a:spcPts val="1200"/>
              </a:spcAft>
            </a:pPr>
            <a:r>
              <a:rPr lang="en-US" sz="2000" dirty="0"/>
              <a:t>     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</a:rPr>
              <a:t>grep ‘&gt;’ </a:t>
            </a:r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</a:rPr>
              <a:t>myloasm.assembly.fasta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</a:rPr>
              <a:t> &gt; myloasm_headers.txt</a:t>
            </a:r>
          </a:p>
          <a:p>
            <a:pPr algn="just">
              <a:spcAft>
                <a:spcPts val="1200"/>
              </a:spcAft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</a:rPr>
              <a:t>grep ‘&gt;’ </a:t>
            </a:r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</a:rPr>
              <a:t>metamdbg.assembly.fasta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</a:rPr>
              <a:t> &gt; metamdbg_headers.txt</a:t>
            </a:r>
          </a:p>
          <a:p>
            <a:pPr algn="just">
              <a:spcAft>
                <a:spcPts val="1200"/>
              </a:spcAft>
            </a:pPr>
            <a:endParaRPr lang="en-US" sz="2000" dirty="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algn="just">
              <a:spcAft>
                <a:spcPts val="1200"/>
              </a:spcAft>
            </a:pPr>
            <a:endParaRPr lang="en-US" sz="2000" dirty="0"/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388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AD4DD-0E19-2E12-3DD6-654D0A7C3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E322C2-57BA-8EFB-303E-3405C7E2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FASTA headers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9021043-8DC5-569B-ECD6-61701B6B3C2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379466"/>
            <a:ext cx="8100000" cy="3871145"/>
          </a:xfrm>
        </p:spPr>
        <p:txBody>
          <a:bodyPr wrap="square" anchor="t">
            <a:no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Both assemblers reports similar information in the contigs’ headers.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myloasm</a:t>
            </a:r>
            <a:r>
              <a:rPr lang="en-US" sz="2000" dirty="0"/>
              <a:t>:</a:t>
            </a:r>
          </a:p>
          <a:p>
            <a:pPr>
              <a:spcAft>
                <a:spcPts val="1200"/>
              </a:spcAft>
            </a:pPr>
            <a:r>
              <a:rPr lang="en-US" sz="1600" dirty="0">
                <a:latin typeface="Consolas" panose="020B0609020204030204" pitchFamily="49" charset="0"/>
              </a:rPr>
              <a:t>&gt;u3840050ctg_len-10849_circular-no_depth-2-2-2_duplicated-no </a:t>
            </a:r>
            <a:r>
              <a:rPr lang="en-US" sz="1600" dirty="0" err="1">
                <a:latin typeface="Consolas" panose="020B0609020204030204" pitchFamily="49" charset="0"/>
              </a:rPr>
              <a:t>mult</a:t>
            </a:r>
            <a:r>
              <a:rPr lang="en-US" sz="1600" dirty="0">
                <a:latin typeface="Consolas" panose="020B0609020204030204" pitchFamily="49" charset="0"/>
              </a:rPr>
              <a:t>=1.00</a:t>
            </a: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45C332-C83B-6138-930F-9BEF0C22980E}"/>
              </a:ext>
            </a:extLst>
          </p:cNvPr>
          <p:cNvCxnSpPr/>
          <p:nvPr/>
        </p:nvCxnSpPr>
        <p:spPr>
          <a:xfrm>
            <a:off x="1703070" y="2514600"/>
            <a:ext cx="124015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80FC76-2141-B1C7-1333-A0AE5C17C60D}"/>
              </a:ext>
            </a:extLst>
          </p:cNvPr>
          <p:cNvSpPr txBox="1"/>
          <p:nvPr/>
        </p:nvSpPr>
        <p:spPr>
          <a:xfrm>
            <a:off x="1911667" y="2731767"/>
            <a:ext cx="82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contig name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693C97-0442-AD9D-DFCC-84FE1C47BF89}"/>
              </a:ext>
            </a:extLst>
          </p:cNvPr>
          <p:cNvCxnSpPr>
            <a:cxnSpLocks/>
          </p:cNvCxnSpPr>
          <p:nvPr/>
        </p:nvCxnSpPr>
        <p:spPr>
          <a:xfrm>
            <a:off x="3120390" y="2514600"/>
            <a:ext cx="93726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418CA5-0F86-CA67-76BD-C425D566EC10}"/>
              </a:ext>
            </a:extLst>
          </p:cNvPr>
          <p:cNvSpPr txBox="1"/>
          <p:nvPr/>
        </p:nvSpPr>
        <p:spPr>
          <a:xfrm>
            <a:off x="3177540" y="2731767"/>
            <a:ext cx="82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contig length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964C68-1401-DCCC-E701-6E3C16460BBD}"/>
              </a:ext>
            </a:extLst>
          </p:cNvPr>
          <p:cNvCxnSpPr>
            <a:cxnSpLocks/>
          </p:cNvCxnSpPr>
          <p:nvPr/>
        </p:nvCxnSpPr>
        <p:spPr>
          <a:xfrm>
            <a:off x="4217352" y="2514600"/>
            <a:ext cx="1177608" cy="2592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0812D1-136B-6FDC-043F-F141DE086C02}"/>
              </a:ext>
            </a:extLst>
          </p:cNvPr>
          <p:cNvSpPr txBox="1"/>
          <p:nvPr/>
        </p:nvSpPr>
        <p:spPr>
          <a:xfrm>
            <a:off x="4231639" y="2731768"/>
            <a:ext cx="1149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contig circularity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58E60B-BB2C-6777-7C02-13DD9B4B9F5C}"/>
              </a:ext>
            </a:extLst>
          </p:cNvPr>
          <p:cNvCxnSpPr>
            <a:cxnSpLocks/>
          </p:cNvCxnSpPr>
          <p:nvPr/>
        </p:nvCxnSpPr>
        <p:spPr>
          <a:xfrm>
            <a:off x="5568501" y="2514600"/>
            <a:ext cx="1177608" cy="2592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4D391A-3107-75D7-DBBC-98D2E3CE76D7}"/>
              </a:ext>
            </a:extLst>
          </p:cNvPr>
          <p:cNvSpPr txBox="1"/>
          <p:nvPr/>
        </p:nvSpPr>
        <p:spPr>
          <a:xfrm>
            <a:off x="5505636" y="2731767"/>
            <a:ext cx="13033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coverage: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99% -99.75% - 100% mapping</a:t>
            </a:r>
          </a:p>
        </p:txBody>
      </p:sp>
    </p:spTree>
    <p:extLst>
      <p:ext uri="{BB962C8B-B14F-4D97-AF65-F5344CB8AC3E}">
        <p14:creationId xmlns:p14="http://schemas.microsoft.com/office/powerpoint/2010/main" val="2998361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1E8E-5C2E-5659-1E1C-ABAF5A2E5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8C3763-9C75-2C06-E4AD-F5FC2C91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FASTA headers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5C64D15-98F2-6A7D-C65D-EC005789EA0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379466"/>
            <a:ext cx="8100000" cy="3871145"/>
          </a:xfrm>
        </p:spPr>
        <p:txBody>
          <a:bodyPr wrap="square" anchor="t"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/>
              <a:t>From the headers, you will extract: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assembler</a:t>
            </a:r>
            <a:r>
              <a:rPr lang="en-US" sz="2000" dirty="0"/>
              <a:t> (</a:t>
            </a:r>
            <a:r>
              <a:rPr lang="en-US" sz="2000" dirty="0" err="1"/>
              <a:t>myloasm</a:t>
            </a:r>
            <a:r>
              <a:rPr lang="en-US" sz="2000" dirty="0"/>
              <a:t> or </a:t>
            </a:r>
            <a:r>
              <a:rPr lang="en-US" sz="2000" dirty="0" err="1"/>
              <a:t>metaMDBG</a:t>
            </a:r>
            <a:r>
              <a:rPr lang="en-US" sz="2000" dirty="0"/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contig ID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contig </a:t>
            </a:r>
            <a:r>
              <a:rPr lang="en-US" sz="2000" b="1" dirty="0"/>
              <a:t>length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circular </a:t>
            </a:r>
            <a:r>
              <a:rPr lang="en-US" sz="2000" dirty="0"/>
              <a:t>vs</a:t>
            </a:r>
            <a:r>
              <a:rPr lang="en-US" sz="2000" b="1" dirty="0"/>
              <a:t> non-circular</a:t>
            </a:r>
            <a:r>
              <a:rPr lang="en-US" sz="2000" dirty="0"/>
              <a:t> (for </a:t>
            </a:r>
            <a:r>
              <a:rPr lang="en-US" sz="2000" dirty="0" err="1"/>
              <a:t>myloasm</a:t>
            </a:r>
            <a:r>
              <a:rPr lang="en-US" sz="2000" dirty="0"/>
              <a:t>, consider “possible” circularity as full circularity)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depth </a:t>
            </a:r>
            <a:r>
              <a:rPr lang="en-US" sz="2000" dirty="0"/>
              <a:t> statistics = </a:t>
            </a:r>
            <a:r>
              <a:rPr lang="en-US" sz="2000" b="1" dirty="0"/>
              <a:t>coverage</a:t>
            </a:r>
            <a:r>
              <a:rPr lang="en-US" sz="2000" dirty="0"/>
              <a:t>, i.e. how many times, was the genomes sequenced in average </a:t>
            </a:r>
            <a:r>
              <a:rPr lang="en-US" sz="2000" b="1" dirty="0"/>
              <a:t> </a:t>
            </a:r>
            <a:r>
              <a:rPr lang="en-US" sz="2000" dirty="0"/>
              <a:t>(for </a:t>
            </a:r>
            <a:r>
              <a:rPr lang="en-US" sz="2000" dirty="0" err="1"/>
              <a:t>myloasm</a:t>
            </a:r>
            <a:r>
              <a:rPr lang="en-US" sz="2000" dirty="0"/>
              <a:t> use the first number of the three)</a:t>
            </a: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46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3BAC-6184-52B1-BAE5-1390C71A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3BE3AB-BC28-73E0-EFF8-DF6F6D35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CheckM2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3B5979-0590-FF2D-4180-8E1CDF3354B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379466"/>
            <a:ext cx="8100000" cy="3871145"/>
          </a:xfrm>
        </p:spPr>
        <p:txBody>
          <a:bodyPr wrap="square" anchor="t">
            <a:no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CheckM2 evaluates MAG’s completeness and contamination</a:t>
            </a:r>
            <a:r>
              <a:rPr lang="en-US" sz="2000" b="1" dirty="0"/>
              <a:t> </a:t>
            </a:r>
            <a:r>
              <a:rPr lang="en-US" sz="2000" dirty="0"/>
              <a:t>using set of markers.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 the </a:t>
            </a:r>
            <a:r>
              <a:rPr lang="en-US" sz="2000" b="1" dirty="0"/>
              <a:t>completeness</a:t>
            </a:r>
            <a:r>
              <a:rPr lang="en-US" sz="2000" dirty="0"/>
              <a:t> and </a:t>
            </a:r>
            <a:r>
              <a:rPr lang="en-US" sz="2000" b="1" dirty="0"/>
              <a:t>contaminations</a:t>
            </a:r>
            <a:r>
              <a:rPr lang="en-US" sz="2000" dirty="0"/>
              <a:t> columns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>
              <a:spcAft>
                <a:spcPts val="12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5795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35B2-E591-815D-1F8C-F95894F6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311738-D32E-947B-7675-153CDF9D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</a:t>
            </a:r>
            <a:r>
              <a:rPr lang="en-US" dirty="0" err="1"/>
              <a:t>GTDBtk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3450954-E735-1CAD-CB9A-A2849721F83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379466"/>
            <a:ext cx="8100000" cy="3871145"/>
          </a:xfrm>
        </p:spPr>
        <p:txBody>
          <a:bodyPr wrap="square" anchor="t">
            <a:no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GTDBtk’s</a:t>
            </a:r>
            <a:r>
              <a:rPr lang="en-US" sz="2000" dirty="0"/>
              <a:t> taxonomy classification of archaeal and bacterial MAGs are located inside the </a:t>
            </a:r>
            <a:r>
              <a:rPr lang="en-US" sz="2000" dirty="0" err="1"/>
              <a:t>GTDBtk</a:t>
            </a:r>
            <a:r>
              <a:rPr lang="en-US" sz="2000" dirty="0"/>
              <a:t> directory in the file with bac120 and ar50 labels, respectively.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taxonomy information is in the column </a:t>
            </a:r>
            <a:r>
              <a:rPr lang="en-US" sz="2000" b="1" dirty="0"/>
              <a:t>classification.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might need to extract the Phylum information.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Ignore “Unclassified Archaea/Bacteria”</a:t>
            </a:r>
          </a:p>
          <a:p>
            <a:pPr lvl="1" algn="just">
              <a:spcAft>
                <a:spcPts val="12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72804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4991C-F3CA-362D-40D7-32CD634C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CEDE44-03A5-9597-0685-3D471268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Contigs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C74170-D5C9-BA92-E1D4-04B679D1AD4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379466"/>
            <a:ext cx="8100000" cy="3871145"/>
          </a:xfrm>
        </p:spPr>
        <p:txBody>
          <a:bodyPr wrap="square" anchor="t">
            <a:no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Plot </a:t>
            </a:r>
            <a:r>
              <a:rPr lang="en-US" sz="2000" b="1" dirty="0"/>
              <a:t>all</a:t>
            </a:r>
            <a:r>
              <a:rPr lang="en-US" sz="2000" dirty="0"/>
              <a:t> contig length distribution for each assembler, distinguish between circular and non-circular contigs.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How does the contig length correlate with coverage?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 algn="just">
              <a:spcAft>
                <a:spcPts val="12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909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A2AC-BCBE-7439-440A-ACC060EE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E05A07-196C-7D59-ECE9-20145111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The assemblers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0CB1E5D-D0DE-DD47-EC52-58000ED5ECB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379466"/>
            <a:ext cx="8100000" cy="3871145"/>
          </a:xfrm>
        </p:spPr>
        <p:txBody>
          <a:bodyPr wrap="square" anchor="t">
            <a:no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Compare the two assemblers based on the number and quality of the large </a:t>
            </a:r>
            <a:r>
              <a:rPr lang="en-US" sz="2000" b="1" dirty="0"/>
              <a:t>(&gt;500k bp</a:t>
            </a:r>
            <a:r>
              <a:rPr lang="en-US" sz="2000" dirty="0"/>
              <a:t>) </a:t>
            </a:r>
            <a:r>
              <a:rPr lang="en-US" sz="2000" b="1" dirty="0"/>
              <a:t>circular</a:t>
            </a:r>
            <a:r>
              <a:rPr lang="en-US" sz="2000" dirty="0"/>
              <a:t> contigs reconstructed. Choose appropriate graphics.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might want to group MAGs according to these thresholds (or use threshold lines in plots):</a:t>
            </a:r>
          </a:p>
          <a:p>
            <a:pPr marL="806450" indent="-342900">
              <a:buFont typeface="Arial" panose="020B0604020202020204" pitchFamily="34" charset="0"/>
              <a:buChar char="•"/>
            </a:pPr>
            <a:r>
              <a:rPr lang="en-US" sz="2000" dirty="0"/>
              <a:t>High quality = &gt;90% completeness and &lt; 5% contamination</a:t>
            </a:r>
          </a:p>
          <a:p>
            <a:pPr marL="806450" indent="-342900">
              <a:buFont typeface="Arial" panose="020B0604020202020204" pitchFamily="34" charset="0"/>
              <a:buChar char="•"/>
            </a:pPr>
            <a:r>
              <a:rPr lang="en-US" sz="2000" dirty="0"/>
              <a:t>Medium quality = &gt;50% completeness and &lt; 10% contamination</a:t>
            </a:r>
          </a:p>
          <a:p>
            <a:pPr marL="80645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Low quality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Produce extra information of how many large circular contigs were reconstructed per phylum.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Write a small summary which assembler might be better.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 algn="just">
              <a:spcAft>
                <a:spcPts val="12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9686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C6B1A-E958-161A-C694-0774D199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4A7C10-1AD4-947F-524A-C53BC1E0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</p:spPr>
        <p:txBody>
          <a:bodyPr/>
          <a:lstStyle/>
          <a:p>
            <a:r>
              <a:rPr lang="en-US" dirty="0"/>
              <a:t>Final assignment – Don’t’ forget …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1D27F9-D0E5-4163-0E14-A22849D1BCC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20000" y="1379466"/>
            <a:ext cx="8100000" cy="3871145"/>
          </a:xfrm>
        </p:spPr>
        <p:txBody>
          <a:bodyPr wrap="square" anchor="t">
            <a:no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consider histograms/density plots, </a:t>
            </a:r>
            <a:r>
              <a:rPr lang="en-US" sz="2000" dirty="0" err="1"/>
              <a:t>barplots</a:t>
            </a:r>
            <a:r>
              <a:rPr lang="en-US" sz="2000" dirty="0"/>
              <a:t>/scatter points, Venn diagrams, etc.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label all figures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play with </a:t>
            </a:r>
            <a:r>
              <a:rPr lang="en-US" sz="2000" dirty="0" err="1"/>
              <a:t>facet_wrap</a:t>
            </a:r>
            <a:r>
              <a:rPr lang="en-US" sz="2000" dirty="0"/>
              <a:t>/</a:t>
            </a:r>
            <a:r>
              <a:rPr lang="en-US" sz="2000" dirty="0" err="1"/>
              <a:t>facet_grid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 colors/shapes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try (logarithmically) scaling the axes</a:t>
            </a:r>
          </a:p>
        </p:txBody>
      </p:sp>
    </p:spTree>
    <p:extLst>
      <p:ext uri="{BB962C8B-B14F-4D97-AF65-F5344CB8AC3E}">
        <p14:creationId xmlns:p14="http://schemas.microsoft.com/office/powerpoint/2010/main" val="386426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A73D21-A71B-41F8-AAAC-F791D133E096}">
  <we:reference id="WA104380121" version="2.0.0.0" store="Omex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40C698BDC926447A8E84BBD024A86FC" ma:contentTypeVersion="18" ma:contentTypeDescription="Vytvoří nový dokument" ma:contentTypeScope="" ma:versionID="ee05ca4f3176ddf5531abb0e579728e1">
  <xsd:schema xmlns:xsd="http://www.w3.org/2001/XMLSchema" xmlns:xs="http://www.w3.org/2001/XMLSchema" xmlns:p="http://schemas.microsoft.com/office/2006/metadata/properties" xmlns:ns3="52e83c74-36a1-48b3-a068-ee4a55b76efc" xmlns:ns4="c612ba96-4b07-489f-904d-663f2a98e38a" targetNamespace="http://schemas.microsoft.com/office/2006/metadata/properties" ma:root="true" ma:fieldsID="3a66cb1457c41e002a7b99a83022b03a" ns3:_="" ns4:_="">
    <xsd:import namespace="52e83c74-36a1-48b3-a068-ee4a55b76efc"/>
    <xsd:import namespace="c612ba96-4b07-489f-904d-663f2a98e3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83c74-36a1-48b3-a068-ee4a55b76e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12ba96-4b07-489f-904d-663f2a98e38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e83c74-36a1-48b3-a068-ee4a55b76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1EDC3C-8EE2-4FB1-9389-BB51A1AB5A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e83c74-36a1-48b3-a068-ee4a55b76efc"/>
    <ds:schemaRef ds:uri="c612ba96-4b07-489f-904d-663f2a98e3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06A889-F022-41C6-943A-5698F6D3C55C}">
  <ds:schemaRefs>
    <ds:schemaRef ds:uri="http://purl.org/dc/elements/1.1/"/>
    <ds:schemaRef ds:uri="c612ba96-4b07-489f-904d-663f2a98e38a"/>
    <ds:schemaRef ds:uri="52e83c74-36a1-48b3-a068-ee4a55b76efc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1FB3B4A-478F-4CCE-B572-74F8C2109B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2770</TotalTime>
  <Words>565</Words>
  <Application>Microsoft Office PowerPoint</Application>
  <PresentationFormat>Custom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Consolas</vt:lpstr>
      <vt:lpstr>Stencil</vt:lpstr>
      <vt:lpstr>Times New Roman</vt:lpstr>
      <vt:lpstr>Wingdings</vt:lpstr>
      <vt:lpstr>Office</vt:lpstr>
      <vt:lpstr>PowerPoint Presentation</vt:lpstr>
      <vt:lpstr>Final assignment – Overview</vt:lpstr>
      <vt:lpstr>Final assignment – Overview</vt:lpstr>
      <vt:lpstr>Final assignment – data provided</vt:lpstr>
      <vt:lpstr>Final assignment – FASTA headers</vt:lpstr>
      <vt:lpstr>Final assignment – FASTA headers</vt:lpstr>
      <vt:lpstr>Final assignment – CheckM2</vt:lpstr>
      <vt:lpstr>Final assignment – GTDBtk</vt:lpstr>
      <vt:lpstr>Final assignment – Contigs</vt:lpstr>
      <vt:lpstr>Final assignment – The assemblers</vt:lpstr>
      <vt:lpstr>Final assignment – Don’t’ forget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</dc:title>
  <dc:subject/>
  <dc:creator>lovec</dc:creator>
  <dc:description/>
  <cp:lastModifiedBy>Lovec Veverek</cp:lastModifiedBy>
  <cp:revision>78</cp:revision>
  <dcterms:created xsi:type="dcterms:W3CDTF">2025-09-09T15:47:46Z</dcterms:created>
  <dcterms:modified xsi:type="dcterms:W3CDTF">2025-12-02T04:35:49Z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0x010100E40C698BDC926447A8E84BBD024A86FC</vt:lpwstr>
  </property>
</Properties>
</file>